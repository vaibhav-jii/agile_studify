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Arrays, Linked Lists, Trees, 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array is a collection of elements stored at contiguous memory locations.</a:t>
            </a:r>
          </a:p>
          <a:p>
            <a:r>
              <a:t>Arrays provide O(1) access time for elements using an index.</a:t>
            </a:r>
          </a:p>
          <a:p>
            <a:r>
              <a:t>They are widely used in programming for storing collections of data.</a:t>
            </a:r>
          </a:p>
          <a:p>
            <a:r>
              <a:t>The size of an array is fixed at the time of declaration.</a:t>
            </a:r>
          </a:p>
          <a:p>
            <a:r>
              <a:t>Dynamic arrays like ArrayList in Java can resize automatically.</a:t>
            </a:r>
          </a:p>
          <a:p>
            <a:r>
              <a:t>Common operations include insertion, deletion, searching, and sorting.</a:t>
            </a:r>
          </a:p>
          <a:p>
            <a:r>
              <a:t>Time complexity varies: access O(1), search O(n), insertion O(n).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linked list is a linear data structure where elements are stored in nodes.</a:t>
            </a:r>
          </a:p>
          <a:p>
            <a:r>
              <a:t>Each node contains data and a reference to the next node.</a:t>
            </a:r>
          </a:p>
          <a:p>
            <a:r>
              <a:t>Types: Singly linked, Doubly linked, Circular linked lists.</a:t>
            </a:r>
          </a:p>
          <a:p>
            <a:r>
              <a:t>Advantages: Dynamic size, easy insertion/deletion.</a:t>
            </a:r>
          </a:p>
          <a:p>
            <a:r>
              <a:t>Disadvantages: No random access, extra memory for pointers.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